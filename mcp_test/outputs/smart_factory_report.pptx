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封面页 - 包含报告标题、日期和责任人信息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OEE = Availability x Performance x Quality</a:t>
            </a:r>
          </a:p>
          <a:p>
            <a:r>
              <a:t>MTBF = Mean Time Between Failures</a:t>
            </a:r>
          </a:p>
          <a:p>
            <a:r>
              <a:t>MTTR = Mean Time To Repair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各产线产量、良率、过程能力指数(Cpk)详情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设备综合管理数据，TPM第二阶段推进计划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ESG相关数据: 能源、排放、安全、人力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客户交付和供应链绩效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Action items for next month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智能工厂月度运营报告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Smart Factory Monthly Operations Report</a:t>
            </a:r>
          </a:p>
          <a:p/>
          <a:p>
            <a:r>
              <a:t>报告期间: 2026年1月</a:t>
            </a:r>
          </a:p>
          <a:p>
            <a:r>
              <a:t>编制: 生产管理部</a:t>
            </a:r>
          </a:p>
          <a:p>
            <a:r>
              <a:t>审核: 工厂总经理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综合运营KPI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OEE综合效率: 85.7% (目标: 83%)</a:t>
            </a:r>
          </a:p>
          <a:p>
            <a:r>
              <a:t>  可用率 A = 91.2%  |  表现率 P = 94.8%  |  质量率 Q = 99.1%</a:t>
            </a:r>
          </a:p>
          <a:p/>
          <a:p>
            <a:r>
              <a:t>月产量: 40,001 pcs (计划: 40,000 达成率 100.0%)</a:t>
            </a:r>
          </a:p>
          <a:p>
            <a:r>
              <a:t>直通良率 FPY: 99.21%  |  DPMO: 1,876</a:t>
            </a:r>
          </a:p>
          <a:p/>
          <a:p>
            <a:r>
              <a:t>单位制造成本 UMC: ￥38.7/pc (YoY -5.2%)</a:t>
            </a:r>
          </a:p>
          <a:p>
            <a:r>
              <a:t>  人工 22.4% | 物料 61.8% | 制造费用 15.8%</a:t>
            </a:r>
          </a:p>
          <a:p/>
          <a:p>
            <a:r>
              <a:t>设备 MTBF: 1,263h  |  MTTR: 4.7h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产线产量明细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SMT-A 贴片线: 8,612 / 8,500 (101.3%) FPY=99.12% Cpk=1.67</a:t>
            </a:r>
          </a:p>
          <a:p>
            <a:r>
              <a:t>SMT-B 贴片线: 7,085 / 7,200 (98.4%)  FPY=98.87% Cpk=1.52</a:t>
            </a:r>
          </a:p>
          <a:p>
            <a:r>
              <a:t>DIP 插件线:    5,134 / 5,000 (102.7%) FPY=99.45% Cpk=1.83</a:t>
            </a:r>
          </a:p>
          <a:p>
            <a:r>
              <a:t>组装线:        9,650 / 9,800 (98.5%)  FPY=99.68% Cpk=2.01</a:t>
            </a:r>
          </a:p>
          <a:p>
            <a:r>
              <a:t>包装线:        9,520 / 9,500 (100.2%) FPY=99.91% Cpk=2.34</a:t>
            </a:r>
          </a:p>
          <a:p/>
          <a:p>
            <a:r>
              <a:t>不良TOP3: 虚焊31% | 元件偏移21.2% | 锡桥14.2%</a:t>
            </a:r>
          </a:p>
          <a:p>
            <a:r>
              <a:t>改善: SMED换线45→28min | AOI误判2.1→0.8%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设备管理与维护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预防性维护(PM): 156次 | 纠正性维护(CM): 23次</a:t>
            </a:r>
          </a:p>
          <a:p>
            <a:r>
              <a:t>设备利用率: 78.3% | 备件缺料停机: 0次</a:t>
            </a:r>
          </a:p>
          <a:p/>
          <a:p>
            <a:r>
              <a:t>关键设备OEE:</a:t>
            </a:r>
          </a:p>
          <a:p>
            <a:r>
              <a:t>  SMT贴片机: 92.1%  回流焊炉: 89.7%</a:t>
            </a:r>
          </a:p>
          <a:p>
            <a:r>
              <a:t>  AOI检测: 94.3%    ICT/FCT: 87.6%</a:t>
            </a:r>
          </a:p>
          <a:p>
            <a:r>
              <a:t>  组装机器人: 96.1%  包装线: 82.4%</a:t>
            </a:r>
          </a:p>
          <a:p/>
          <a:p>
            <a:r>
              <a:t>TPM全员维护: 第二阶段启动中</a:t>
            </a:r>
          </a:p>
          <a:p>
            <a:r>
              <a:t>下月目标: OEE ≥ 87%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能源环境与安全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总用电: 386,500 kWh (环比 -3.7%)</a:t>
            </a:r>
          </a:p>
          <a:p>
            <a:r>
              <a:t>单位能耗: 9.66 kWh/pc (目标 ≤ 10.00)</a:t>
            </a:r>
          </a:p>
          <a:p>
            <a:r>
              <a:t>碳排放: 218.5 tCO2e (Scope 1+2)</a:t>
            </a:r>
          </a:p>
          <a:p>
            <a:r>
              <a:t>废弃物回收率: 94.2%</a:t>
            </a:r>
          </a:p>
          <a:p/>
          <a:p>
            <a:r>
              <a:t>安全生产天数: 365天(累计无LTI)</a:t>
            </a:r>
          </a:p>
          <a:p>
            <a:r>
              <a:t>近未遂事件: 3起 (均已完成RCA/CAPA)</a:t>
            </a:r>
          </a:p>
          <a:p>
            <a:r>
              <a:t>安全培训: 覆盖率100% 新员工28人次</a:t>
            </a:r>
          </a:p>
          <a:p/>
          <a:p>
            <a:r>
              <a:t>在岗486人 | 月离职率2.8% | 人均产出82.3pc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客户交付与供应链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客户订单准时交付率 OTD: 98.0% (50/51单)</a:t>
            </a:r>
          </a:p>
          <a:p>
            <a:r>
              <a:t>客户退货 PPM: 73 | 客诉: 2件 (已8D/CAPA)</a:t>
            </a:r>
          </a:p>
          <a:p/>
          <a:p>
            <a:r>
              <a:t>主要客户:</a:t>
            </a:r>
          </a:p>
          <a:p>
            <a:r>
              <a:t>  Tesla Megapack: 12单100% | BYD弗迪: 8单100%</a:t>
            </a:r>
          </a:p>
          <a:p>
            <a:r>
              <a:t>  Siemens Energy: 5/6单83.3% | Schneider: 15单100%</a:t>
            </a:r>
          </a:p>
          <a:p>
            <a:r>
              <a:t>  Huawei数字能源: 10单100%</a:t>
            </a:r>
          </a:p>
          <a:p/>
          <a:p>
            <a:r>
              <a:t>IQC来料合格率: 98.6% | 供应商OTD: 96.3%</a:t>
            </a:r>
          </a:p>
          <a:p>
            <a:r>
              <a:t>原材料库存周转: 18.5天 | WIP在制品: ￥2,180万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下月重点计划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SMT-C新产线安装调试 (+3,000 pcs/月产能)</a:t>
            </a:r>
          </a:p>
          <a:p>
            <a:r>
              <a:t>2. MES系统二期上线 (SPC实时监控+自动报警)</a:t>
            </a:r>
          </a:p>
          <a:p>
            <a:r>
              <a:t>3. TPM第二阶段推进 (目标OEE ≥ 87%)</a:t>
            </a:r>
          </a:p>
          <a:p>
            <a:r>
              <a:t>4. ISO 14001外审准备 (3月中旬)</a:t>
            </a:r>
          </a:p>
          <a:p>
            <a:r>
              <a:t>5. 新客户CATL宁德时代样品试产 (200pcs)</a:t>
            </a:r>
          </a:p>
          <a:p>
            <a:r>
              <a:t>6. 第二供应商认证: STM32F407 (Lead Time 12周)</a:t>
            </a:r>
          </a:p>
          <a:p>
            <a:r>
              <a:t>7. Kaizen月目标: ≥ 30件提案</a:t>
            </a:r>
          </a:p>
          <a:p/>
          <a:p>
            <a:r>
              <a:t>谢谢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